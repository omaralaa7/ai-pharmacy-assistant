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97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i-pharmacy-assistant.streamlit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POLICY ASSISTANT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Policy Assistant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0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الاستعلام الرقمي عن سياسات ومحظورات التأمين الطبي للصيدليات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919749"/>
            <a:ext cx="82296" cy="32004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4874029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Decision Support System for Egyptian Pharmacy Dispensing Rules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376949"/>
            <a:ext cx="82296" cy="32004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5331229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Real Dataset — 77 Egyptian Insurance Entities &amp; TPAs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Challenges Facing Pharmacies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21C2E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822960" cy="82296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Dispensing Delays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3703320"/>
            <a:ext cx="2788920" cy="0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الصيدلي بيستهلك وقت طويل في التدوير في ورق شيتات أو مواقع مختلفة لمعرفة قواعد كل شركة.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21C2E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2057400"/>
            <a:ext cx="822960" cy="822960"/>
          </a:xfrm>
          <a:prstGeom prst="ellipse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🚫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9160" y="31089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Rejections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09160" y="3703320"/>
            <a:ext cx="2788920" cy="0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388620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الأخطاء البشرية في صرف أصناف محظورة أو روشتات غير مختومة بتسبب خسائر مالية للصيدلية.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21C2E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58200" y="2057400"/>
            <a:ext cx="822960" cy="82296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5820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58200" y="310896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Overhead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458200" y="3703320"/>
            <a:ext cx="2788920" cy="0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58200" y="3886200"/>
            <a:ext cx="2788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الزائد على المكالمات والفاكسات لمعرفة شروط الصرف وأرقام التواصل.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Objectives &amp; Proposed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9513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835545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DD4BF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835545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r>
              <a:rPr lang="ar-SA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88920" y="180354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965954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الرئيسي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البحث من دقائق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لثواني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معدودة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 2.5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ملي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ثانية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87105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3143137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DD4BF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3143137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310025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273546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تغطية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شاملة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77 شركة تأمين مصرية في قاعدة بيانات رقمية واحدة موحدة.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94697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4450729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DD4BF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450729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88920" y="4413285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4581138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ثنائي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إمكانية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البحث باللغة العربية والإنجليزية.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502289"/>
            <a:ext cx="10881360" cy="1143000"/>
          </a:xfrm>
          <a:prstGeom prst="roundRect">
            <a:avLst>
              <a:gd name="adj" fmla="val 56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5758321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DD4BF">
              <a:alpha val="15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0120" y="5758321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88920" y="571543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5888730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تلقائي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ar-SA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</a:t>
            </a: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المحظورات وتوليد خطابات الموافقات فوراً.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Knowledge Base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البيانات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Insurance Companies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3017520" cy="0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Items / بند سياسة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داتا حقيقية لشركات التأمين المصرية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Fields Covered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14884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81728" y="253288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Items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5877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المحظورات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14884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93608" y="253288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49640" y="22402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Dispensing Duration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258775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أقصى مدة للصرف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324612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363016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3375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 &amp; Signature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6850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أختام وتوقيعات الروشتة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324612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93608" y="363016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49640" y="33375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9640" y="36850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صلاحية نموذج الصرف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434340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81728" y="47274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4434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Contacts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47823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ومسئولي الموافقات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92440" y="4343400"/>
            <a:ext cx="3429000" cy="9144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93608" y="47274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49640" y="44348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Co-payment &amp; Max Limits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49640" y="47823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 التحمل والحد الأقصى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121C2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9304" y="2194560"/>
            <a:ext cx="822960" cy="822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9304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Search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بحث وتفتيش في السياسات بلغة طبيعية.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07792" y="187452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121C2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57016" y="2194560"/>
            <a:ext cx="822960" cy="822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7016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44952" y="32004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Directory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44952" y="379476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شامل لتصفح جميع الشركات والبنود.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75504" y="187452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121C2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24728" y="2194560"/>
            <a:ext cx="822960" cy="822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24728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12664" y="32004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Quick-Check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12664" y="379476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سريع ومباشر للأصناف المحظورة.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43216" y="187452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121C2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92440" y="2194560"/>
            <a:ext cx="822960" cy="822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9244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80376" y="32004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Check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80376" y="379476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نسبة قبول المطالبة والتوافق مع الشروط (0–100%).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10928" y="1874520"/>
            <a:ext cx="2121408" cy="3931920"/>
          </a:xfrm>
          <a:prstGeom prst="roundRect">
            <a:avLst>
              <a:gd name="adj" fmla="val 3879"/>
            </a:avLst>
          </a:prstGeom>
          <a:solidFill>
            <a:srgbClr val="121C2E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60152" y="2194560"/>
            <a:ext cx="822960" cy="822960"/>
          </a:xfrm>
          <a:prstGeom prst="ellipse">
            <a:avLst/>
          </a:prstGeom>
          <a:solidFill>
            <a:srgbClr val="2DD4B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60152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848088" y="32004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Generator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48088" y="3794760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صياغة خطاب رسمي لطلب موافقة مسبقة بأرقام الشركة الحقيقية.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 Architecture &amp; Text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75104"/>
            <a:ext cx="640080" cy="64008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751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892808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Normalization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12080" y="1920240"/>
            <a:ext cx="0" cy="749808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1783080"/>
            <a:ext cx="5806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إزالة</a:t>
            </a: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التشكيل، وتوحيد الألفات (أ/إ/آ → </a:t>
            </a:r>
            <a:r>
              <a:rPr lang="ar-SA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ا) والتاء المربوطة (ة →</a:t>
            </a:r>
            <a:r>
              <a:rPr lang="ar-SA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ه</a:t>
            </a:r>
            <a:r>
              <a:rPr lang="ar-SA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وحذف الكلمات الشائعة.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44368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136392"/>
            <a:ext cx="640080" cy="64008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136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054096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 Space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212080" y="3081528"/>
            <a:ext cx="0" cy="749808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944368"/>
            <a:ext cx="5806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النصوص لمتجهات رياضية للاستعلام الدقيق.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21538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212080" y="4242816"/>
            <a:ext cx="0" cy="749808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4105656"/>
            <a:ext cx="5806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درجة تطابق سؤال الصيدلي مع نص السياسة.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266944"/>
            <a:ext cx="10881360" cy="1024128"/>
          </a:xfrm>
          <a:prstGeom prst="roundRect">
            <a:avLst>
              <a:gd name="adj" fmla="val 625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5458968"/>
            <a:ext cx="640080" cy="64008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4589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828800" y="537667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Matching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5212080" y="5404104"/>
            <a:ext cx="0" cy="749808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5266944"/>
            <a:ext cx="5806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التعامل مع الأخطاء الإملائية في أسماء الشركات.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 &amp; PA Letter Generator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Compliance Scoring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يطابق صنف الدواء، المدة، والأختام مع قواعد الشركة الحقيقية.</a:t>
            </a:r>
            <a:endParaRPr lang="en-US" sz="1350" dirty="0"/>
          </a:p>
          <a:p>
            <a:pPr marL="0" indent="0" algn="r" rtl="1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يحسب نسبة التوافق (0–100%) ويحدد مستوى المخاطرة.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52044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352044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3520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52044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3520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343400"/>
            <a:ext cx="4709160" cy="0"/>
          </a:xfrm>
          <a:prstGeom prst="line">
            <a:avLst/>
          </a:prstGeom>
          <a:noFill/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4709160" cy="320040"/>
          </a:xfrm>
          <a:prstGeom prst="roundRect">
            <a:avLst>
              <a:gd name="adj" fmla="val 42857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4892040"/>
            <a:ext cx="3931920" cy="320040"/>
          </a:xfrm>
          <a:prstGeom prst="roundRect">
            <a:avLst>
              <a:gd name="adj" fmla="val 42857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2852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100%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73736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PA Letter Generator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2468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ينشئ خطاب موافقة مسبقة رسمي يحتوي على اسم مسئول الموافقات ورقم تليفونه المباشر المأخوذ من الداتا.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4800600" cy="2194560"/>
          </a:xfrm>
          <a:prstGeom prst="roundRect">
            <a:avLst>
              <a:gd name="adj" fmla="val 2500"/>
            </a:avLst>
          </a:prstGeom>
          <a:solidFill>
            <a:srgbClr val="16223A"/>
          </a:solidFill>
          <a:ln w="9525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CFF153-4482-430E-2A9B-259BCA815DF4}"/>
              </a:ext>
            </a:extLst>
          </p:cNvPr>
          <p:cNvSpPr txBox="1"/>
          <p:nvPr/>
        </p:nvSpPr>
        <p:spPr>
          <a:xfrm>
            <a:off x="6596743" y="4133963"/>
            <a:ext cx="4528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Policy Provider:                                  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شركة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التأمين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</a:rPr>
              <a:t>Medication:                          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اسم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الصنف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الموصوف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</a:rPr>
              <a:t>Approval Officer:                         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من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بيانات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الشركة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  <a:p>
            <a:r>
              <a:rPr lang="en-US" dirty="0">
                <a:solidFill>
                  <a:schemeClr val="bg1"/>
                </a:solidFill>
              </a:rPr>
              <a:t>Direct Line:                             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رقم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مباشر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—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من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bg2">
                    <a:lumMod val="75000"/>
                  </a:schemeClr>
                </a:solidFill>
              </a:rPr>
              <a:t>الداتا</a:t>
            </a:r>
            <a:r>
              <a:rPr lang="en-US" i="1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E2C871-0B53-C867-AEE0-E67F7A95B886}"/>
              </a:ext>
            </a:extLst>
          </p:cNvPr>
          <p:cNvSpPr txBox="1"/>
          <p:nvPr/>
        </p:nvSpPr>
        <p:spPr>
          <a:xfrm>
            <a:off x="6596743" y="3560237"/>
            <a:ext cx="3456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PRIOR AUTHORIZATION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Performance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21C2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@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343400"/>
            <a:ext cx="1783080" cy="0"/>
          </a:xfrm>
          <a:prstGeom prst="line">
            <a:avLst/>
          </a:prstGeom>
          <a:noFill/>
          <a:ln w="6350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النتيجة الأولى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21945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21C2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47872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@ 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76472" y="4343400"/>
            <a:ext cx="1783080" cy="0"/>
          </a:xfrm>
          <a:prstGeom prst="line">
            <a:avLst/>
          </a:prstGeom>
          <a:noFill/>
          <a:ln w="6350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47872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</a:t>
            </a:r>
            <a:r>
              <a:rPr lang="en-US" sz="11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</a:t>
            </a: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</a:t>
            </a:r>
            <a:r>
              <a:rPr lang="ar-SA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21945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21C2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81344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&lt;2.5ms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18504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Latency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47104" y="4343400"/>
            <a:ext cx="1783080" cy="0"/>
          </a:xfrm>
          <a:prstGeom prst="line">
            <a:avLst/>
          </a:prstGeom>
          <a:noFill/>
          <a:ln w="6350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8504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سرعة استجابة فائقة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219456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21C2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51976" y="265176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089136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17736" y="4343400"/>
            <a:ext cx="1783080" cy="0"/>
          </a:xfrm>
          <a:prstGeom prst="line">
            <a:avLst/>
          </a:prstGeom>
          <a:noFill/>
          <a:ln w="6350">
            <a:solidFill>
              <a:srgbClr val="5B6B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89136" y="4480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متاح أونلاين على Streamlit Cloud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</a:t>
            </a: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ai-pharmacy-assistant.streamlit.app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Questions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355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هي محظورات شركة يونايتد؟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7216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المحظورات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32461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Insurance exclusions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407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أقصى مدة صرف لشركة ويبكو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77316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ضوابط مدة العلاج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2976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Webco max dispensing duration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4589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تليفون موافقات دريم مشرق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8247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بيانات مسئول الموافقات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5349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9AA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Mashrek approval contact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Project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35640" y="2286000"/>
            <a:ext cx="320040" cy="3200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835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عملية الاستعلام عن سياسات التأمين من عملية ورقية بطيئة إلى نظام رقمي فوري.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5640" y="3383280"/>
            <a:ext cx="320040" cy="3200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83564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06324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كامل 100%</a:t>
            </a:r>
            <a:r>
              <a:rPr lang="ar-SA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على داتا التأمين الطبي المصرية الحقيقية.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835640" y="4480560"/>
            <a:ext cx="320040" cy="3200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3564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تحقيق نسبة دقة تزيد عن 95%</a:t>
            </a:r>
            <a:r>
              <a:rPr lang="ar-SA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وسرعة تنفيذ </a:t>
            </a:r>
            <a:r>
              <a:rPr lang="en-US" sz="15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أقل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r>
              <a:rPr lang="ar-SA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3ملي ثانية.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21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35640" y="5577840"/>
            <a:ext cx="320040" cy="3200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35640" y="5577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25780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مشروع متكامل: تطبيق حقيقي أونلاين، كود مصدري على GitHub، </a:t>
            </a:r>
            <a:r>
              <a:rPr lang="en-US" sz="15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Methodology</a:t>
            </a:r>
            <a:r>
              <a:rPr lang="ar-SA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وورد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</a:t>
            </a:r>
            <a:r>
              <a:rPr lang="en-US" sz="15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وJupyter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Notebooks</a:t>
            </a:r>
            <a:r>
              <a:rPr lang="ar-SA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dirty="0" err="1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منفذة</a:t>
            </a:r>
            <a:r>
              <a:rPr lang="en-US" sz="15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632</Words>
  <Application>Microsoft Office PowerPoint</Application>
  <PresentationFormat>Widescreen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عمر علاء عمر محمد ظلط</cp:lastModifiedBy>
  <cp:revision>5</cp:revision>
  <dcterms:created xsi:type="dcterms:W3CDTF">2026-07-27T11:26:11Z</dcterms:created>
  <dcterms:modified xsi:type="dcterms:W3CDTF">2026-07-27T12:10:29Z</dcterms:modified>
</cp:coreProperties>
</file>